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Walky API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구간 정리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= 가비아 정적 · 근처 산책 = Node(Railway) · 나머지 = 기기 로컬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" cy="73152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대부분(홈·배고픔·산책 기록·설정)은 서버 API 없이 AsyncStorage로 동작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붙는 것: 산책 화면의 근처 산책자 + 노크/채팅 (POST 2개)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알림: 매일 산책 시간 = 로컬 예약 · 근처 유저 = 서버 Expo Push (이미 구현)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종료 중 배고픔/스탯 알림 = 서버 푸시·스케줄러 확장 권장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확장: 프로필 사진 업로드 · push/register · presence Redis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구분별 한눈에 보기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 위치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정적 HTTP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manifest.json + mp4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walky.co.kr/dogs/ (가비아 FTP)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REST (구현됨)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근처 산책자 presence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Railway / Node server/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REST (구현됨)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노크·1:1 채팅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Node /api/nearby/social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알림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산책 시간 알림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walkReminderNotifications.ts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푸시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근처 산책자·노크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presence/social → exp.host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로컬(개발)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배고픔·8h·24h 스탯 알림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dogWallClock (__DEV__만)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Expo Push 발송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→ exp.host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강아지 상태·프로필 사진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AsyncStorage + file://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미구현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푸시 등록·스탯 cron·사진 업로드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아래 슬라이드 참고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정적 에셋 (REST 아님)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견종 영상·manifest 다운로드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URL: {WALKY_ORIGIN}/dogs/{breed}/manifest.json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영상: …/dogs/{breed}/idle01.mp4 등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코드: assets/BreedAssetManager.ts, constants/walkyServer.ts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쓰는 화면: 품종 선택 → 로컬 캐시 후 홈/산책 재생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호스트: EXPO_PUBLIC_WALKY_ASSET_FALLBACK_ORIGIN (선택)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 — 에셋·API URL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EXPO_PUBLIC_WALKY_ORIGIN=https://walky.co.kr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Railway 예시 (가비아에 Node 없을 때)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EXPO_PUBLIC_NEARBY_WALKER_API_URL=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https://xxxx.up.railway.app/api/nearby/presence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EXPO_PUBLIC_NEARBY_SOCIAL_API_URL=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https://xxxx.up.railway.app/api/nearby/social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로컬 API 테스트 (실기기·같은 Wi-Fi)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http://192.168.0.10:3001/api/nearby/presence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Node REST API (구현됨)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엔드포인트 (server/index.js)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메서드·경로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연동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 /api/nearby/presence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heartbeat · leave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utils/nearbyWalkerPresence.ts → WalkScreen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 /api/nearby/social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poll · knock · respond · message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utils/nearbyWalkerSocial.ts → WalkScreen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 /health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헬스체크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 확인용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/api/nearby/presence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action: heartbeat — lat/lng, gender, dogName, nickname, pushToken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응답: nearbyWalkers[] (이성, 반경 기본 50m), notifySelf 등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action: leave — 산책 종료 시 presence 제거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서버: server/nearbyPresence.js (인메모리 Map)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알림: pushToken 있으면 Expo Push (exp.host) — alertsEnabled 일 때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/api/nearby/social — action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poll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들어온 노크·채팅 세션/메시지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WalkScreen 3초 폴링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knock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근처 유저에게 노크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409 = not_nearby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respondKnock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수락/거절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수락 시 세션 생성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sendMessage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1:1 채팅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세션당 메시지 제한 있음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social 제한·플랫폼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서버: server/nearbySocial.js — knocks/sessions 인메모리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웹(Expo web): social API 호출 안 함 (Platform.OS === web)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재시작 시 목록·채팅 초기화 → 프로덕션은 Redis 권장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알림 — 로컬 vs 서버 푸시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종류별 (포그라운드 밖)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꺼져도?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산책 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DAILY 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 — OS가 지정 시각에 표시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근처 이성 산책자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→ Expo Push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 — 산책 중 heartbeat 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노크·채팅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→ Expo Push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 — social 핸들러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배고픔 80/100·8h·24h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(dogWallClock)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— __DEV__만, 앱 틱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알림 — 매일 산책 (서버 불필요)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WalkHabit: usualWalkHour / usualWalkMinute 저장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utils/walkReminderNotifications.ts — scheduleNotificationAsync(DAILY)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App.tsx·Settings 저장 시 syncDailyWalkReminderFromProfile 호출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종료·백그라운드에서도 “오늘 산책 안 나가?” 표시 가능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한계: 기기 변경·OS 예약 삭제 시 재등록 필요 → 서버 백업 선택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푸시 — 이미 있는 것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앱: getExpoPushTokenOrNull() → presence heartbeat에 pushToken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서버: nearbyPresence.js · nearbySocial.js → exp.host/v2/push/send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 nearbyWalkerAlerts !== false, 상대도 pushToken 등록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한계: 토큰이 WalkScreen 산책 중에만 올라감 — 홈에서도 등록 권장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푸시가 필요한 이유 (스탯·게임)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꺼지면 dogWallClock 30초 틱이 멈춤 → 배고픔 알림 안 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빌드: ENABLE_DOG_CONDITIONAL_LOCAL_NOTIFICATIONS = false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서버에 lastFedAt·hunger 등 저장 + cron이 임계값에서 Push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 로컬로 수십 개 미리 예약 (복잡·OS 제한) — 실무는 서버 권장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권장 API (미구현)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/api/push/register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userId, pushToken, timezone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usualWalkHour, usualWalkMinute, alertsEnabled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서버 cron (Railway worker / 외부 스케줄러):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매일 산책 시간 — 로컬 알림 백업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hunger &gt;= 80 / 100, 8h 미급식, 24h 미산책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앱 변경: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온보딩/홈 진입 시 register (산책만 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dogState 스냅샷 주기 동기화 (선택)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로드맵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근처·노크 서버 Push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presence/social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산책 로컬 DAILY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walkReminderNotifications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1단계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 /api/push/register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토큰·습관·타임존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2단계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cron 산책 리마인더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실패 백업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3단계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cron 스탯 알림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dog state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앱에서 API 쓰는 화면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위치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 heartbeat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nearbyWalkerPresence.ts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WalkScreen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노크·채팅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nearbyWalkerSocial.ts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WalkScreen 모달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영상 다운로드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BreedAssetManager.ts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BreedSelect 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userId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walkyUserId.ts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AsyncStorage (로그인 API 없음)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프로필 사진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profilePhotoStorage.ts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file만 (업로드 X)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산책 알림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walkReminderNotifications.ts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(API 없음)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스탯 알림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dogWallClock.ts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로컬·개발 플래그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Expo Push 토큰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expoPushToken.ts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WalkScreen → presence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API 없이 동작</a:t>
            </a:r>
            <a:endParaRPr 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기기만으로 되는 기능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홈: 배고픔·산책욕구·idle/hungry 영상 (dogWallClock + 로컬 state)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산책: GPS·걸음·완료 판정 (walkMetrics)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온보딩·설정·보상·로컬 알림 (expo-notifications)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프로필: 닉네임·성별·산책 습관 — profilePhotoUri는 기기 경로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계정: JWT/로그인 API 없음 — walkyUserId를 API에 전달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아직 없는 API</a:t>
            </a: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예정·권장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/api/push/register — pushToken·산책 습관·알림 설정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cron: 매일 산책 + 배고픔/미급식/미산책 (서버 스탯 동기화 시)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/api/profile/photo — multipart → 공개 HTTPS URL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presence/social + profilePhotoUrl · Redis 영속화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상세: Walky-프로필사진-업로드API.pptx · 장기 JWT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배포 구조</a:t>
            </a:r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가비아 + Railway (권장)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가비아 walky.co.kr: /dogs/{breed}/ manifest + mp4 (FTP)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Railway: server/ 폴더 → /api/nearby/presence · /social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.env: NEARBY_* URL만 Railway, WALKY_ORIGIN은 가비아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Expo: Push projectId · 실기기에서 근처 알림 테스트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문서: server/deploy/README-RAILWAY.md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(요약)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[앱] GET /dogs/... → [가비아 정적]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[앱] DAILY 로컬 예약 → [OS 알림] 산책 시간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(walkReminderNotifications)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[앱 WalkScreen] POST presence/social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pushToken → [Railway] → [exp.host Push]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근처·노크 (앱 종료 OK)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[미래] register + cron → [Railway] → Push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스탯·산책 백업 (앱 종료 OK)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[홈] AsyncStorage + dogWallClock (앱 켤 때)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체크리스트</a:t>
            </a:r>
            <a:endParaRPr lang="en-US" sz="2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6576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가비아 dogs/ manifest·mp4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품종별 폴더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Railway API URL .env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expo start --clear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health 200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 /health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실기기 산책·노크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웹은 social 미지원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산책 로컬 알림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WalkHabit 저장 후 실기기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근처 푸시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산책 중·알림 허용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(선택) push/register + cron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스탯·백업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(선택) 프로필 업로드 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PPT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다운로드·재생성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파일: server/deploy/Walky-API-필요구간-정리.pptx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명령: npm run generate:ppt:api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" cy="73152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Walky API 필요 구간 정리</dc:title>
  <dc:subject>서버·앱·배포 가이드</dc:subject>
  <dc:creator>Walky</dc:creator>
  <cp:lastModifiedBy>Walky</cp:lastModifiedBy>
  <cp:revision>1</cp:revision>
  <dcterms:created xsi:type="dcterms:W3CDTF">2026-05-21T08:58:06Z</dcterms:created>
  <dcterms:modified xsi:type="dcterms:W3CDTF">2026-05-21T08:58:06Z</dcterms:modified>
</cp:coreProperties>
</file>