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Walky 프로필 사진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API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영상·manifest = 가비아 · 근처 API = Railway · 사진 = 공개 HTTPS URL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73152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Railway 업로드 API → 파일 저장소 → 공개 HTTPS URL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근처 산책·노크 API에는 URL만 전달, 상대 앱은 Image로 표시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file:// 은 내 기기용, 다른 사람에게는 profilePhotoUrl 사용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저장소 선택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파일을 둘까?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가비아 www/profiles/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walky.co.kr 동일 도메인, dogs/와 같은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Railway → FTP/SFTP 연동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객체 스토리지 (R2, S3)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재배포해도 유지, 업로드 단순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서비스·도메인 설정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Railway 디스크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가장 빠름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재배포 시 파일 삭제 → 비권장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실무: B(R2 등) 또는 가비아 FTP를 이미 쓰면 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URL 예: https://walky.co.kr/profiles/w_abc123.jpg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= 정적 HTTPS · 쓰기 = API만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API 설계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/api/profile/photo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multipart/form-data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필드: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 — getWalkyUserId() 와 동일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photo   — jpeg / png / webp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"ok":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"profilePhotoUrl": "https://walky.co.kr/profiles/w_xxx.jpg",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"updatedAt": 1716123456789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조회: 별도 API 없이 GET 정적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삭제(선택): DELETE /api/profile/photo + userId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처리 순서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용량(예 3MB), MIME, userId 형식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가공: sharp → 256×256 JPEG, EXIF 제거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저장: profiles/{userId}.jpg 덮어쓰기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보안(현재): rate limit · 나중에 JWT로 userId 서버 결정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근처 산책 API 연동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presence heartbeat 확장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/api/nearby/presence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"heartbeat",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"w_...",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"profilePhotoUrl": "https://walky.co.kr/profiles/w_....jpg",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"lat": ..., "lng": ..., "gender": "male"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nearbyWalkers[] 항목에도 profilePhotoUrl 추가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근처 목록·노크·채팅 아바타에 Image { uri 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앱(클라이언트)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온보딩·산책 연동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사진 선택 → 로컬 persistProfilePhoto (오프라인용)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FormData로 POST /api/profile/photo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UserProfile에 profilePhotoUrl 저장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reportNearbyWalkerPresence에 profilePhotoUrl 포함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EXPO_PUBLIC_PROFILE_PHOTO_API_URL=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https://xxxx.up.railway.app/api/profile/photo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배포 체크리스트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 + 가비아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multer, sharp 추가 (JSON 32kb와 별도 multipart 라우트)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Railway 디스크만 저장 금지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가비아: profiles/ 폴더 + FTP env 변수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presence/social 배포 후 앱 필드 연동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.env.example 문서화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로드맵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업로드 + R2 또는 가비아 FTP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URL 반환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presence/social에 URL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목록·채팅 UI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로그인·JWT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userId 서버 결정·인증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&amp; 다음 작업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저장소: 가비아 FTP vs R2 결정 후 server/profilePhoto.js 구현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73152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Walky 프로필 사진 업로드 API 구성</dc:title>
  <dc:subject>서버·앱 연동 가이드</dc:subject>
  <dc:creator>Walky</dc:creator>
  <cp:lastModifiedBy>Walky</cp:lastModifiedBy>
  <cp:revision>1</cp:revision>
  <dcterms:created xsi:type="dcterms:W3CDTF">2026-05-20T19:20:04Z</dcterms:created>
  <dcterms:modified xsi:type="dcterms:W3CDTF">2026-05-20T19:20:04Z</dcterms:modified>
</cp:coreProperties>
</file>